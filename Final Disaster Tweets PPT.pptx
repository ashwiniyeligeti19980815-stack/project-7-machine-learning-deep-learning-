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Disaster Tweet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772400" cy="4389120"/>
          </a:xfrm>
          <a:prstGeom prst="roundRect">
            <a:avLst/>
          </a:prstGeom>
          <a:solidFill>
            <a:srgbClr val="17213A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60416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NLP &amp; Machine Learning Portfolio Project</a:t>
            </a: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IN" dirty="0"/>
              <a:t>Python/Machine learning / Deep Learning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IN" dirty="0"/>
              <a:t>Ashwini Dmello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103120" cy="731520"/>
          </a:xfrm>
          <a:prstGeom prst="round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468880"/>
            <a:ext cx="2103120" cy="7315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566160"/>
            <a:ext cx="210312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772400" cy="4389120"/>
          </a:xfrm>
          <a:prstGeom prst="roundRect">
            <a:avLst/>
          </a:prstGeom>
          <a:solidFill>
            <a:srgbClr val="17213A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540958" cy="3847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Automated identification of disaster-related tweets for rapid </a:t>
            </a: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emergency response.</a:t>
            </a: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Identifying disaster-related tweets manually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Delayed emergency response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Information overload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Build a model that automatically classifies tweets as: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✅ Disaster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✅ Non-Disaster</a:t>
            </a:r>
          </a:p>
          <a:p>
            <a:pPr lvl="0" fontAlgn="t">
              <a:lnSpc>
                <a:spcPct val="100000"/>
              </a:lnSpc>
            </a:pPr>
            <a:endParaRPr lang="en-IN" dirty="0">
              <a:solidFill>
                <a:schemeClr val="bg1"/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103120" cy="731520"/>
          </a:xfrm>
          <a:prstGeom prst="round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468880"/>
            <a:ext cx="2103120" cy="7315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566160"/>
            <a:ext cx="210312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772400" cy="4389120"/>
          </a:xfrm>
          <a:prstGeom prst="roundRect">
            <a:avLst/>
          </a:prstGeom>
          <a:solidFill>
            <a:srgbClr val="17213A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76525" cy="3785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Millions of tweets are generated daily. Manual monitoring is </a:t>
            </a: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impractical.</a:t>
            </a: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IN" dirty="0"/>
              <a:t>Data Collection              ↓Model Training      ↓Prediction      ↓Evaluation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IN" dirty="0"/>
              <a:t>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IN" dirty="0"/>
              <a:t>↓Data Cleaning     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IN" dirty="0"/>
              <a:t>↓Tokenization     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IN" dirty="0"/>
              <a:t>↓Lemmatization     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IN" dirty="0"/>
              <a:t>↓TF-IDF    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103120" cy="731520"/>
          </a:xfrm>
          <a:prstGeom prst="round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468880"/>
            <a:ext cx="2103120" cy="7315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566160"/>
            <a:ext cx="210312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772400" cy="4389120"/>
          </a:xfrm>
          <a:prstGeom prst="roundRect">
            <a:avLst/>
          </a:prstGeom>
          <a:solidFill>
            <a:srgbClr val="17213A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132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Tweets → Cleaning → TF-IDF → Naive Bayes →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103120" cy="731520"/>
          </a:xfrm>
          <a:prstGeom prst="round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468880"/>
            <a:ext cx="2103120" cy="7315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566160"/>
            <a:ext cx="210312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53480D-B2A8-3FAD-F528-BD9F5E9F7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27" y="2230571"/>
            <a:ext cx="6654546" cy="20671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772400" cy="4389120"/>
          </a:xfrm>
          <a:prstGeom prst="roundRect">
            <a:avLst/>
          </a:prstGeom>
          <a:solidFill>
            <a:srgbClr val="17213A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19797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Twitter disaster dataset with text and binary target labels.</a:t>
            </a: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103120" cy="731520"/>
          </a:xfrm>
          <a:prstGeom prst="round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468880"/>
            <a:ext cx="2103120" cy="7315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566160"/>
            <a:ext cx="210312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2F2052-D074-E001-BF55-D373A333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95" y="2281637"/>
            <a:ext cx="5395428" cy="14098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772400" cy="4389120"/>
          </a:xfrm>
          <a:prstGeom prst="roundRect">
            <a:avLst/>
          </a:prstGeom>
          <a:solidFill>
            <a:srgbClr val="17213A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132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URL removal, punctuation cleaning, lowercasing, tokenization, label encoding.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103120" cy="731520"/>
          </a:xfrm>
          <a:prstGeom prst="round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468880"/>
            <a:ext cx="2103120" cy="7315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566160"/>
            <a:ext cx="210312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EA0EA3-131F-8670-9E74-8AE23A94B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" y="2187520"/>
            <a:ext cx="1627326" cy="2110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C1AC82-E93E-A0E3-AE3A-2203ECC71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120" y="2395201"/>
            <a:ext cx="5012730" cy="1301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Exploratory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772400" cy="4389120"/>
          </a:xfrm>
          <a:prstGeom prst="roundRect">
            <a:avLst/>
          </a:prstGeom>
          <a:solidFill>
            <a:srgbClr val="17213A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132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Class distribution and text pattern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103120" cy="731520"/>
          </a:xfrm>
          <a:prstGeom prst="round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468880"/>
            <a:ext cx="2103120" cy="7315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566160"/>
            <a:ext cx="210312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7E9B3C-F956-F87E-1645-5E8F405AE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13227"/>
            <a:ext cx="3549277" cy="2167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337771-9F8B-7A11-5050-CE3840EF4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587" y="1815855"/>
            <a:ext cx="2777650" cy="25260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 Engineering &amp;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772400" cy="4389120"/>
          </a:xfrm>
          <a:prstGeom prst="roundRect">
            <a:avLst/>
          </a:prstGeom>
          <a:solidFill>
            <a:srgbClr val="17213A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013056" cy="24006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TF-IDF with 5000 features and Multinomial Naive Bayes.</a:t>
            </a: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>
              <a:solidFill>
                <a:schemeClr val="bg1"/>
              </a:solidFill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✅ Fast Training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✅ Easy Implementation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✅ Good for NLP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✅ Works well with TF-IDF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solidFill>
                  <a:schemeClr val="bg1"/>
                </a:solidFill>
              </a:rPr>
              <a:t>✅ Suitable for Large Text Datasets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103120" cy="731520"/>
          </a:xfrm>
          <a:prstGeom prst="round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468880"/>
            <a:ext cx="2103120" cy="7315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566160"/>
            <a:ext cx="210312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Model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772400" cy="4389120"/>
          </a:xfrm>
          <a:prstGeom prst="roundRect">
            <a:avLst/>
          </a:prstGeom>
          <a:solidFill>
            <a:srgbClr val="17213A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132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Confusion Matrix, ROC Curve, Precision Recall Curve, Classification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103120" cy="731520"/>
          </a:xfrm>
          <a:prstGeom prst="round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468880"/>
            <a:ext cx="2103120" cy="7315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566160"/>
            <a:ext cx="210312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46CA59-03B0-5C46-5CE8-E44B1AE7E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396" y="2139991"/>
            <a:ext cx="6198004" cy="22451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Impact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772400" cy="4389120"/>
          </a:xfrm>
          <a:prstGeom prst="roundRect">
            <a:avLst/>
          </a:prstGeom>
          <a:solidFill>
            <a:srgbClr val="17213A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261201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Disaster intelligence, transformer models, real-time alerts.</a:t>
            </a:r>
            <a:endParaRPr lang="en-US" dirty="0"/>
          </a:p>
          <a:p>
            <a:pPr>
              <a:defRPr sz="2000">
                <a:solidFill>
                  <a:srgbClr val="FFFFFF"/>
                </a:solidFill>
              </a:defRPr>
            </a:pPr>
            <a:endParaRPr lang="en-IN" dirty="0"/>
          </a:p>
          <a:p>
            <a:pPr marL="342900" indent="-342900" fontAlgn="t">
              <a:lnSpc>
                <a:spcPct val="100000"/>
              </a:lnSpc>
              <a:buFont typeface="+mj-lt"/>
              <a:buAutoNum type="alphaUcPeriod"/>
            </a:pPr>
            <a:r>
              <a:rPr lang="en-IN" dirty="0">
                <a:solidFill>
                  <a:schemeClr val="bg1"/>
                </a:solidFill>
              </a:rPr>
              <a:t> Faster disaster tweet detection</a:t>
            </a:r>
          </a:p>
          <a:p>
            <a:pPr marL="342900" indent="-342900" fontAlgn="t">
              <a:lnSpc>
                <a:spcPct val="100000"/>
              </a:lnSpc>
              <a:buFont typeface="+mj-lt"/>
              <a:buAutoNum type="alphaUcPeriod"/>
            </a:pPr>
            <a:r>
              <a:rPr lang="en-IN" dirty="0">
                <a:solidFill>
                  <a:schemeClr val="bg1"/>
                </a:solidFill>
              </a:rPr>
              <a:t> Reduced manual monitoring</a:t>
            </a:r>
          </a:p>
          <a:p>
            <a:pPr marL="342900" indent="-342900" fontAlgn="t">
              <a:lnSpc>
                <a:spcPct val="100000"/>
              </a:lnSpc>
              <a:buFont typeface="+mj-lt"/>
              <a:buAutoNum type="alphaUcPeriod"/>
            </a:pPr>
            <a:r>
              <a:rPr lang="en-IN" dirty="0">
                <a:solidFill>
                  <a:schemeClr val="bg1"/>
                </a:solidFill>
              </a:rPr>
              <a:t> Improved emergency response</a:t>
            </a:r>
          </a:p>
          <a:p>
            <a:pPr marL="342900" indent="-342900" fontAlgn="t">
              <a:lnSpc>
                <a:spcPct val="100000"/>
              </a:lnSpc>
              <a:buFont typeface="+mj-lt"/>
              <a:buAutoNum type="alphaUcPeriod"/>
            </a:pPr>
            <a:r>
              <a:rPr lang="en-IN" dirty="0">
                <a:solidFill>
                  <a:schemeClr val="bg1"/>
                </a:solidFill>
              </a:rPr>
              <a:t>Real-time alert capability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103120" cy="731520"/>
          </a:xfrm>
          <a:prstGeom prst="roundRect">
            <a:avLst/>
          </a:prstGeom>
          <a:solidFill>
            <a:srgbClr val="00C2FF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468880"/>
            <a:ext cx="2103120" cy="7315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566160"/>
            <a:ext cx="210312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242</Words>
  <Application>Microsoft Office PowerPoint</Application>
  <PresentationFormat>Custom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M365 Copilot</dc:creator>
  <cp:keywords/>
  <dc:description>generated using python-pptx</dc:description>
  <cp:lastModifiedBy>Ashwini Yeligeti</cp:lastModifiedBy>
  <cp:revision>3</cp:revision>
  <dcterms:created xsi:type="dcterms:W3CDTF">2026-10-13T21:04:02Z</dcterms:created>
  <dcterms:modified xsi:type="dcterms:W3CDTF">2026-10-13T21:39:06Z</dcterms:modified>
  <cp:category/>
</cp:coreProperties>
</file>